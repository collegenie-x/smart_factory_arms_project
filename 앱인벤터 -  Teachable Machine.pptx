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1ee71ca6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1ee71ca6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c6cb61b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c6cb61b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c6cb61b6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c6cb61b6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6cb61b6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6cb61b6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1ee71ca6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1ee71ca6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1ee71ca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1ee71ca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1ee71ca6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1ee71ca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1ee71ca6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1ee71ca6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1ee71ca6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1ee71ca6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c6cb61b6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c6cb61b6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6cb61b6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c6cb61b6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1ee71ca6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1ee71ca6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c6cb61b6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c6cb61b6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c6cb61b6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c6cb61b6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6cb61b6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c6cb61b6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13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20097" cy="48386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 flipH="1" rot="10800000">
            <a:off x="2361400" y="1855450"/>
            <a:ext cx="1676700" cy="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" name="Google Shape;56;p13"/>
          <p:cNvSpPr txBox="1"/>
          <p:nvPr/>
        </p:nvSpPr>
        <p:spPr>
          <a:xfrm>
            <a:off x="4137425" y="1637100"/>
            <a:ext cx="1279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webview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236650" y="2659050"/>
            <a:ext cx="1279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button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8" name="Google Shape;58;p13"/>
          <p:cNvCxnSpPr>
            <a:endCxn id="57" idx="1"/>
          </p:cNvCxnSpPr>
          <p:nvPr/>
        </p:nvCxnSpPr>
        <p:spPr>
          <a:xfrm flipH="1" rot="10800000">
            <a:off x="2460650" y="2887200"/>
            <a:ext cx="1776000" cy="1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" name="Google Shape;59;p13"/>
          <p:cNvSpPr txBox="1"/>
          <p:nvPr/>
        </p:nvSpPr>
        <p:spPr>
          <a:xfrm>
            <a:off x="4299734" y="3115350"/>
            <a:ext cx="1279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label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0" name="Google Shape;60;p13"/>
          <p:cNvCxnSpPr>
            <a:endCxn id="59" idx="1"/>
          </p:cNvCxnSpPr>
          <p:nvPr/>
        </p:nvCxnSpPr>
        <p:spPr>
          <a:xfrm flipH="1" rot="10800000">
            <a:off x="2460734" y="3343500"/>
            <a:ext cx="1839000" cy="7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/>
          <p:nvPr/>
        </p:nvCxnSpPr>
        <p:spPr>
          <a:xfrm flipH="1" rot="10800000">
            <a:off x="2429159" y="3823500"/>
            <a:ext cx="1839000" cy="7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" name="Google Shape;62;p13"/>
          <p:cNvSpPr txBox="1"/>
          <p:nvPr/>
        </p:nvSpPr>
        <p:spPr>
          <a:xfrm>
            <a:off x="4299734" y="3724150"/>
            <a:ext cx="1279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ListPicker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6015" y="539350"/>
            <a:ext cx="2253635" cy="1732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6025" y="2468418"/>
            <a:ext cx="2253626" cy="11160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6025" y="3853275"/>
            <a:ext cx="2253625" cy="983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6" name="Google Shape;66;p13"/>
          <p:cNvCxnSpPr/>
          <p:nvPr/>
        </p:nvCxnSpPr>
        <p:spPr>
          <a:xfrm flipH="1" rot="10800000">
            <a:off x="2678800" y="4287175"/>
            <a:ext cx="3211800" cy="58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/>
          <p:nvPr/>
        </p:nvCxnSpPr>
        <p:spPr>
          <a:xfrm>
            <a:off x="5937125" y="353750"/>
            <a:ext cx="23400" cy="477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/>
          <p:nvPr/>
        </p:nvSpPr>
        <p:spPr>
          <a:xfrm>
            <a:off x="339800" y="4624500"/>
            <a:ext cx="2339100" cy="366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165250" y="109375"/>
            <a:ext cx="1117200" cy="45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3"/>
          <p:cNvCxnSpPr>
            <a:stCxn id="69" idx="3"/>
          </p:cNvCxnSpPr>
          <p:nvPr/>
        </p:nvCxnSpPr>
        <p:spPr>
          <a:xfrm>
            <a:off x="1282450" y="337525"/>
            <a:ext cx="2001600" cy="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3"/>
          <p:cNvSpPr txBox="1"/>
          <p:nvPr/>
        </p:nvSpPr>
        <p:spPr>
          <a:xfrm>
            <a:off x="3400300" y="210625"/>
            <a:ext cx="15825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480X675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75" y="1194200"/>
            <a:ext cx="3745875" cy="24669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14"/>
          <p:cNvSpPr/>
          <p:nvPr/>
        </p:nvSpPr>
        <p:spPr>
          <a:xfrm>
            <a:off x="467800" y="3134975"/>
            <a:ext cx="1000800" cy="2559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" name="Google Shape;78;p14"/>
          <p:cNvCxnSpPr>
            <a:stCxn id="77" idx="3"/>
          </p:cNvCxnSpPr>
          <p:nvPr/>
        </p:nvCxnSpPr>
        <p:spPr>
          <a:xfrm flipH="1" rot="10800000">
            <a:off x="1468600" y="3111725"/>
            <a:ext cx="593400" cy="151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4"/>
          <p:cNvSpPr txBox="1"/>
          <p:nvPr/>
        </p:nvSpPr>
        <p:spPr>
          <a:xfrm>
            <a:off x="142475" y="4112450"/>
            <a:ext cx="69705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 u="sng">
                <a:solidFill>
                  <a:srgbClr val="FF0000"/>
                </a:solidFill>
              </a:rPr>
              <a:t>Teachable Machine url에서 읽어오는 속도</a:t>
            </a:r>
            <a:r>
              <a:rPr lang="ko" sz="1800">
                <a:solidFill>
                  <a:schemeClr val="dk2"/>
                </a:solidFill>
              </a:rPr>
              <a:t>를 뜻합니다.</a:t>
            </a:r>
            <a:br>
              <a:rPr lang="ko" sz="1800">
                <a:solidFill>
                  <a:schemeClr val="dk2"/>
                </a:solidFill>
              </a:rPr>
            </a:br>
            <a:r>
              <a:rPr lang="ko" sz="1800">
                <a:solidFill>
                  <a:schemeClr val="dk2"/>
                </a:solidFill>
              </a:rPr>
              <a:t>1000= 1초  1초마다 AI 모델이 적용합니다.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0800" y="266138"/>
            <a:ext cx="2127925" cy="4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4"/>
          <p:cNvCxnSpPr>
            <a:endCxn id="79" idx="0"/>
          </p:cNvCxnSpPr>
          <p:nvPr/>
        </p:nvCxnSpPr>
        <p:spPr>
          <a:xfrm flipH="1">
            <a:off x="3627725" y="2076050"/>
            <a:ext cx="2798100" cy="20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2700" y="1554947"/>
            <a:ext cx="3856618" cy="24669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5"/>
          <p:cNvSpPr/>
          <p:nvPr/>
        </p:nvSpPr>
        <p:spPr>
          <a:xfrm>
            <a:off x="5374975" y="3287375"/>
            <a:ext cx="1423200" cy="2559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15"/>
          <p:cNvCxnSpPr/>
          <p:nvPr/>
        </p:nvCxnSpPr>
        <p:spPr>
          <a:xfrm flipH="1" rot="10800000">
            <a:off x="6437550" y="2781400"/>
            <a:ext cx="601500" cy="388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950" y="2781400"/>
            <a:ext cx="4667901" cy="2244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4667900" cy="254893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336150" y="4333550"/>
            <a:ext cx="45306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2" name="Google Shape;92;p15"/>
          <p:cNvCxnSpPr/>
          <p:nvPr/>
        </p:nvCxnSpPr>
        <p:spPr>
          <a:xfrm flipH="1" rot="10800000">
            <a:off x="3586475" y="3495625"/>
            <a:ext cx="1594200" cy="791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5"/>
          <p:cNvSpPr/>
          <p:nvPr/>
        </p:nvSpPr>
        <p:spPr>
          <a:xfrm rot="-5400000">
            <a:off x="4668575" y="3821450"/>
            <a:ext cx="500400" cy="523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5564750" y="4263750"/>
            <a:ext cx="31302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urlModel은  모델 업데이트로 공유 가능한 부분입니다.ㅇ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3150"/>
            <a:ext cx="5499376" cy="3960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0" name="Google Shape;100;p16"/>
          <p:cNvCxnSpPr/>
          <p:nvPr/>
        </p:nvCxnSpPr>
        <p:spPr>
          <a:xfrm flipH="1" rot="10800000">
            <a:off x="1480200" y="1529050"/>
            <a:ext cx="4794300" cy="144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6"/>
          <p:cNvSpPr txBox="1"/>
          <p:nvPr/>
        </p:nvSpPr>
        <p:spPr>
          <a:xfrm>
            <a:off x="6484075" y="1249800"/>
            <a:ext cx="24669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teachable machine은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파일을 저장하여 관리하는 것이 좋습니다.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95345" y="3052405"/>
            <a:ext cx="302700" cy="291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44600" y="3052400"/>
            <a:ext cx="11871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</a:rPr>
              <a:t>파일 저장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90619" y="434100"/>
            <a:ext cx="302700" cy="291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393325" y="342125"/>
            <a:ext cx="11871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</a:rPr>
              <a:t>클릭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50" y="1770575"/>
            <a:ext cx="3934475" cy="1602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275" y="280425"/>
            <a:ext cx="4798873" cy="24781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6125" y="2887699"/>
            <a:ext cx="4745184" cy="2302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3" name="Google Shape;113;p17"/>
          <p:cNvCxnSpPr/>
          <p:nvPr/>
        </p:nvCxnSpPr>
        <p:spPr>
          <a:xfrm>
            <a:off x="3795950" y="2006200"/>
            <a:ext cx="966000" cy="12801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7"/>
          <p:cNvCxnSpPr/>
          <p:nvPr/>
        </p:nvCxnSpPr>
        <p:spPr>
          <a:xfrm flipH="1" rot="10800000">
            <a:off x="3272300" y="947250"/>
            <a:ext cx="1070700" cy="884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7"/>
          <p:cNvSpPr txBox="1"/>
          <p:nvPr/>
        </p:nvSpPr>
        <p:spPr>
          <a:xfrm>
            <a:off x="281600" y="3798275"/>
            <a:ext cx="3235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디자이너와 블록으로 나뉘어 코딩합니다.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6356075" y="3006975"/>
            <a:ext cx="2245800" cy="4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FF0000"/>
                </a:solidFill>
              </a:rPr>
              <a:t>Blocks</a:t>
            </a:r>
            <a:endParaRPr b="1" sz="2500">
              <a:solidFill>
                <a:srgbClr val="FF0000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356075" y="280425"/>
            <a:ext cx="2245800" cy="4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FF0000"/>
                </a:solidFill>
              </a:rPr>
              <a:t>Designer</a:t>
            </a:r>
            <a:endParaRPr b="1" sz="2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50" y="2768200"/>
            <a:ext cx="5039475" cy="19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409848" cy="26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5994400" y="2448425"/>
            <a:ext cx="2676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dk2"/>
                </a:solidFill>
              </a:rPr>
              <a:t>블루투스 연결 부분</a:t>
            </a:r>
            <a:endParaRPr b="1" sz="2500">
              <a:solidFill>
                <a:schemeClr val="dk2"/>
              </a:solidFill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013" y="3210425"/>
            <a:ext cx="3396275" cy="17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5611325" y="3460800"/>
            <a:ext cx="3107100" cy="593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7635100" y="4590700"/>
            <a:ext cx="1035900" cy="488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75" y="1124775"/>
            <a:ext cx="5691601" cy="343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4075" y="2466312"/>
            <a:ext cx="3147600" cy="24627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2701" y="129150"/>
            <a:ext cx="1895721" cy="21615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7755725" y="4159725"/>
            <a:ext cx="671700" cy="2901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6230438" y="4323775"/>
            <a:ext cx="1161600" cy="2901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6827083" y="380000"/>
            <a:ext cx="1895700" cy="1777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649000" y="1474975"/>
            <a:ext cx="4392000" cy="461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649000" y="2405925"/>
            <a:ext cx="4392000" cy="391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725"/>
            <a:ext cx="2228850" cy="11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9050" y="430225"/>
            <a:ext cx="5168300" cy="395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409675"/>
            <a:ext cx="3624251" cy="2888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20"/>
          <p:cNvSpPr/>
          <p:nvPr/>
        </p:nvSpPr>
        <p:spPr>
          <a:xfrm>
            <a:off x="4072350" y="483600"/>
            <a:ext cx="4262100" cy="289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605706" y="3487025"/>
            <a:ext cx="1695300" cy="289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0"/>
          <p:cNvCxnSpPr/>
          <p:nvPr/>
        </p:nvCxnSpPr>
        <p:spPr>
          <a:xfrm>
            <a:off x="4680350" y="947250"/>
            <a:ext cx="3514500" cy="7563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95525"/>
            <a:ext cx="8839204" cy="307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650" y="152400"/>
            <a:ext cx="607057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707" y="257150"/>
            <a:ext cx="1716450" cy="357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2"/>
          <p:cNvCxnSpPr/>
          <p:nvPr/>
        </p:nvCxnSpPr>
        <p:spPr>
          <a:xfrm flipH="1">
            <a:off x="5599825" y="1889825"/>
            <a:ext cx="16290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/>
        </p:nvSpPr>
        <p:spPr>
          <a:xfrm>
            <a:off x="1177675" y="2401850"/>
            <a:ext cx="74127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chemeClr val="dk2"/>
                </a:solidFill>
              </a:rPr>
              <a:t>센서값을 가지고 오는 부분은 아래와 같습니다. </a:t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50" y="1662075"/>
            <a:ext cx="3830875" cy="212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6000" y="1694675"/>
            <a:ext cx="4170800" cy="19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725" y="815725"/>
            <a:ext cx="27241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538287"/>
            <a:ext cx="21812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744750" y="4077550"/>
            <a:ext cx="28161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버튼 클릭하여 센서값 적용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4706000" y="4020500"/>
            <a:ext cx="28161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5초마다 </a:t>
            </a:r>
            <a:r>
              <a:rPr lang="ko" sz="1800">
                <a:solidFill>
                  <a:schemeClr val="dk2"/>
                </a:solidFill>
              </a:rPr>
              <a:t>센서값</a:t>
            </a:r>
            <a:r>
              <a:rPr lang="ko" sz="1800">
                <a:solidFill>
                  <a:schemeClr val="dk2"/>
                </a:solidFill>
              </a:rPr>
              <a:t>을</a:t>
            </a:r>
            <a:r>
              <a:rPr lang="ko" sz="1800">
                <a:solidFill>
                  <a:schemeClr val="dk2"/>
                </a:solidFill>
              </a:rPr>
              <a:t> 적용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0800" y="220099"/>
            <a:ext cx="2219275" cy="147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38575"/>
            <a:ext cx="5626226" cy="37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8625" y="1361300"/>
            <a:ext cx="3200276" cy="1664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25"/>
          <p:cNvCxnSpPr>
            <a:endCxn id="183" idx="1"/>
          </p:cNvCxnSpPr>
          <p:nvPr/>
        </p:nvCxnSpPr>
        <p:spPr>
          <a:xfrm>
            <a:off x="4843225" y="1831625"/>
            <a:ext cx="935400" cy="3621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5"/>
          <p:cNvSpPr txBox="1"/>
          <p:nvPr/>
        </p:nvSpPr>
        <p:spPr>
          <a:xfrm>
            <a:off x="3225750" y="4240475"/>
            <a:ext cx="5050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label값에서 보여주는 역할을 할 뿐입니다.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75" y="350375"/>
            <a:ext cx="7805776" cy="290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4133400" y="714500"/>
            <a:ext cx="3502800" cy="337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</a:rPr>
              <a:t>2단계 : 블루투스 통신  “SENSOR_” 전달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923200" y="284075"/>
            <a:ext cx="1648800" cy="337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</a:rPr>
              <a:t>1단계 : 버튼 클릭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5361900" y="1552350"/>
            <a:ext cx="3782100" cy="337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</a:rPr>
              <a:t>3</a:t>
            </a:r>
            <a:r>
              <a:rPr lang="ko">
                <a:solidFill>
                  <a:srgbClr val="FFFFFF"/>
                </a:solidFill>
              </a:rPr>
              <a:t>단계 : 45,67,13,12 </a:t>
            </a:r>
            <a:r>
              <a:rPr lang="ko">
                <a:solidFill>
                  <a:srgbClr val="FFFFFF"/>
                </a:solidFill>
              </a:rPr>
              <a:t>이런형식으로 메시지를 받음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5361900" y="1971275"/>
            <a:ext cx="3782100" cy="600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</a:rPr>
              <a:t>3단계 : ,</a:t>
            </a:r>
            <a:r>
              <a:rPr lang="ko">
                <a:solidFill>
                  <a:srgbClr val="FFFFFF"/>
                </a:solidFill>
              </a:rPr>
              <a:t>로 나누면 배열 형식으로 SENSOR_LIST에 저장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25" y="0"/>
            <a:ext cx="2293650" cy="28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5296450" y="2960550"/>
            <a:ext cx="2693100" cy="41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</a:rPr>
              <a:t>4단계: 하나씩 가지고 옴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75" y="385150"/>
            <a:ext cx="43338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675" y="1069850"/>
            <a:ext cx="40767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25" y="2195850"/>
            <a:ext cx="8839202" cy="1205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950" y="3856146"/>
            <a:ext cx="42100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/>
        </p:nvSpPr>
        <p:spPr>
          <a:xfrm>
            <a:off x="1422000" y="2262225"/>
            <a:ext cx="6842400" cy="13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300">
                <a:solidFill>
                  <a:schemeClr val="dk2"/>
                </a:solidFill>
              </a:rPr>
              <a:t>감사합니다. </a:t>
            </a:r>
            <a:endParaRPr sz="7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